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3840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CONTOUR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STORYTELLING AGENCY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572000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Comes First.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[Naam klant]  .  [Datum]  .  [Project]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.  HET PROBLEEM EN DE KANS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36576" cy="3474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Wat staat er op het spel?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56032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UITDAGING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[Wat is de specifieke business uitdaging van de klant? Wat werkt niet, of wat mist er?]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HET DOEL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[Wat moet het resultaat zijn? Leads, awareness, conversies, employer branding, retentie?]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926080"/>
          </a:xfrm>
          <a:prstGeom prst="rect">
            <a:avLst/>
          </a:prstGeom>
          <a:solidFill>
            <a:srgbClr val="161616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HOE ZIET SUCCES ERUIT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[Concreet meetbaar resultaat. Wat is de klant blij mee over 6 maanden?]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.  HET GROTE IDEE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Het concept.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[Een-zin conceptbeschrijving. Concreet, evokerend, en op de klant gericht. Voorbeeld: 'Een cinematisch brand-verhaal dat de missie van [klant] van binnenuit toont en kijkers omzet in betrokken fans.]'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9077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[Wat maakt dit concept uniek voor dit merk?]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[Waarom werkt deze aanpak beter dan een standaard productvideo?]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347472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0416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[Welk emotioneel effect bereiken we bij de kijker?]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.  DOELGROEP EN BOODSCHAP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Voor wie. Wat ze voelen. Wat ze doen.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" cy="100584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VOOR WIE IS DIT?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de doelgroep in gedrag, niet alleen demografisch. Bijv. Vlaamse KMO-zaakvoerders die trots zijn op hun bedrijf maar moeite hebben hun verhaal te vertellen.]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36576" cy="100584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 MOETEN ZE VOELEN?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[Primair gevoel na het zien van de video. Trots? Vertrouwen? Nieuwsgierigheid? Inspiratie?]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36576" cy="100584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 MOETEN ZE DOEN?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 gewenste actie: website bezoeken, contact opnemen, solliciteren, delen, een merk herkennen.]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.  TONE EN STIJL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 look en het gevoel.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292608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9260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926080"/>
            <a:ext cx="265176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260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Moodboard beeld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1554480" cy="36576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0B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Lichtstijl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4434840"/>
            <a:ext cx="1554480" cy="36576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0B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Camerabeweging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85616" y="4434840"/>
            <a:ext cx="1554480" cy="36576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0B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Pacing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9824" y="4434840"/>
            <a:ext cx="1554480" cy="36576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0B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Kleurpalet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14032" y="4434840"/>
            <a:ext cx="1554480" cy="36576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0B0B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Geluid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.  STORY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Het verhaalverloop.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329184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45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0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OPENING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Attention grab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[Hoe openen we? Welk beeld, geluid of statement trekt de kijker binnen de eerste 5 seconden mee?]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329184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63040"/>
            <a:ext cx="2651760" cy="45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0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MIDDEN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Bewijs en momentum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[Hoe bouwen we het verhaal op? Welke momenten bewijzen de kernboodschap? Welke spanning houdt de kijker geboeid?]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329184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463040"/>
            <a:ext cx="2651760" cy="45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72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0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SLOT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Payoff en call to 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[Hoe sluiten we af op een manier die beklijft? Welke emotionele of rationele afsluiting leidt naar de gewenste actie?]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91440" cy="0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108960"/>
            <a:ext cx="91440" cy="0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.  SLEUTELMOMENTEN EN SIGNATURE SHOTS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Must-capture momenten.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shots die het concept verkopen. 5 tot 8 momenten die sowieso vastgelegd worden.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1762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8288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21762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8288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21762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735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32004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5848" y="32004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32735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65576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54496" y="3200400"/>
            <a:ext cx="2651760" cy="118872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3200400"/>
            <a:ext cx="36576" cy="11887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32735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Shot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64224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[Beschrijf het must-capture moment. Locatie, beweging, onderwerp, emotie.]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.  DELIVERABLES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Wat je exact ontvangt.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HOOFDFILM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[Lengte]. Aspect ratio [16:9 / 9:16 / 1:1]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CUTDOWNS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[Bijv. 2x 30s + 3x 15s voor social media]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87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THUMBNAILS &amp; STILLS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[Aantal still shots voor social en website]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496312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587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ONDERTITELS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[Talen: NL + eventueel FR/EN]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667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REVISIERONDES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410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[Aantal inbegrepen. Wat telt als revisie?]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575304"/>
            <a:ext cx="4023360" cy="914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667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OPLEVERING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410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[Formaat: H264/ProRes. Platform: WeTransfer/Drive/etc.]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.  PRODUCTIEAANPAK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Hoe we het aanpakken.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42062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0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Locaties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490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[Opgave van locaties. Bestaand of te scouten?]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822960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84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Stijl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9842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[Interview / documentaire / branded narrative / branded doc]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42062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B-roll aanpak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47802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[Sfeerbeelden, productshots, werkomgeving, etc.]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Crew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971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[Director, DOP, geluid, productiemanager -- wie is aanwezig op set?]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8229600" cy="42062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65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Audio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4655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[Voice-over / sync geluid / muziek / sound design]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9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Licht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9593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[Naturel licht / cinematisch three-point / gecontroleerd interieur]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79976"/>
            <a:ext cx="8229600" cy="42062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53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Goedkeuringen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4531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[Scenario, storyboard, casting, locaties, ruwe montage, fijnmontage]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. 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Van briefing tot oplevering.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0" cy="301752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53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Pre-productie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4538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weken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Briefing, concept, script, locatiescouting, casting, planning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41148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542032"/>
            <a:ext cx="0" cy="301752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167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Shootdag(en)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2167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dag(en)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Set-opbouw, opnames, catering, afbouw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255264"/>
            <a:ext cx="0" cy="301752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Eerste edit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weken na shoot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1638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Ruwe montage klaar voor eerste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41148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3968496"/>
            <a:ext cx="0" cy="301752"/>
          </a:xfrm>
          <a:prstGeom prst="line">
            <a:avLst/>
          </a:prstGeom>
          <a:noFill/>
          <a:ln w="19050">
            <a:solidFill>
              <a:srgbClr val="E854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Revisievenster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89120" y="3593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werkdagen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8770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Feedbackronde 1 + feedbackronde 2 (indien van toepassing)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Finale oplevering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89120" y="4306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[Datum]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4590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 bestanden + ondertitels + stills geleverd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.  INVESTERING EN OPTIES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Drie paden naar hetzelfde doel.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383280"/>
          </a:xfrm>
          <a:prstGeom prst="rect">
            <a:avLst/>
          </a:prstGeom>
          <a:solidFill>
            <a:srgbClr val="161616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075688"/>
            <a:ext cx="23774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EUR [X.XXX]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761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shootdag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Beperkte locaties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639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Minimale graphics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[X] revisierondes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417320"/>
            <a:ext cx="2651760" cy="3383280"/>
          </a:xfrm>
          <a:prstGeom prst="rect">
            <a:avLst/>
          </a:prstGeom>
          <a:solidFill>
            <a:srgbClr val="1E1E1E"/>
          </a:solidFill>
          <a:ln w="19050">
            <a:solidFill>
              <a:srgbClr val="E854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417320"/>
            <a:ext cx="2651760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AANBEVOLEN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40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STANDARD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493008" y="2404872"/>
            <a:ext cx="23774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EUR [X.XXX]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93008" y="3090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Meerdere shootdagen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35295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Extra b-roll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3968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Verfijnde sound en color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93008" y="4407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[X] revisierondes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1417320"/>
            <a:ext cx="2651760" cy="3383280"/>
          </a:xfrm>
          <a:prstGeom prst="rect">
            <a:avLst/>
          </a:prstGeom>
          <a:solidFill>
            <a:srgbClr val="161616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PREMIUM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391656" y="2075688"/>
            <a:ext cx="23774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EUR [X.XXX]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91656" y="2761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Meerdere locaties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91656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Geavanceerd licht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1656" y="3639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Motion graphics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91656" y="4078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[X] revisierondes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 prijzen excl. BTW. Prijzen op maat na briefing.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.  TEAM EN VOLGENDE STAP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 volgende stap is simpel.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41248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4023360" cy="3200400"/>
          </a:xfrm>
          <a:prstGeom prst="rect">
            <a:avLst/>
          </a:prstGeom>
          <a:solidFill>
            <a:srgbClr val="161616"/>
          </a:solidFill>
          <a:ln w="381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OVER CONTOUR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[Vul in: wie staat aan de camera, wie regisseert, wie leidt de klantrelatie? Waarom zijn jullie de juiste partner voor dit project?]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4297680" cy="3200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5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0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 ZIJN DE VOLGENDE STAPPEN?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Akkoord op dit concept geven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256032" cy="25603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Intakegesprek inplannen (30 min)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256032" cy="25603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vastleggen en datum shootdag bevestigen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256032" cy="25603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Voorschot (50%) om de planning te bevestigen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[naam]  .  [email]  .  [telefoon]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Contour Storytelling Agency - Pitch Deck</dc:title>
  <dc:subject>PptxGenJS Presentation</dc:subject>
  <dc:creator>PptxGenJS</dc:creator>
  <cp:lastModifiedBy>PptxGenJS</cp:lastModifiedBy>
  <cp:revision>1</cp:revision>
  <dcterms:created xsi:type="dcterms:W3CDTF">2026-05-05T20:46:29Z</dcterms:created>
  <dcterms:modified xsi:type="dcterms:W3CDTF">2026-05-05T20:46:29Z</dcterms:modified>
</cp:coreProperties>
</file>